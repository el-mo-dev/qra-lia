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B731"/>
                </a:solidFill>
              </a:rPr>
              <a:t>Qra Lia — اقرا ليا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AI that reads your paperwork to you in Darija.</a:t>
            </a: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صوّر أي ورقة، نشرحوها ليك بالدارجة.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Live: qra-lia.vercel.app</a:t>
            </a: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Team: Moncef · Sanaa Ouachhal · Youssef Rachi</a:t>
            </a: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GOMYCODE × NVIDIA “Come Build with AI” · Morocco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B731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1 in 4 Moroccans cannot read (24.8%, HCP 2024) — about half of people aged 50+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Official papers arrive in French or Modern Standard Arabic; people speak Darija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→ missed deadlines, penalties, scams that look official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→ elderly people depend on others to read their own 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B731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📸 Photograph any paper (bill, bank letter, CNSS, administration)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🗣️ Explained in Darija: what it is, who sent it, how much, the deadline, what to do, scam risk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🔊 Listen — a voice reads the whole explanation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📤 Send to family on WhatsApp  ·  ⏰ Calendar reminder 2 days before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🌐 Darija / English switch · works in any phone browser, no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B731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Photo → Gemini 3.8 Flash (vision → structured JSON)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   ↳ automatic fallback: Groq (Qwen 3.8 27B vision)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→ Code rules: days left, legal keywords, scam signs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→ Masking of CIN / RIB / IBAN / card numbers (••••1234)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→ Darija result + voice (Gemini TTS “Sulafat” → Groq Orpheus → phone voice)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No database · no storage · Next.js on 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B731"/>
                </a:solidFill>
              </a:rPr>
              <a:t>Proof — measured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Reading a photo: 4–6 s end to end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Fallback proven live: Gemini quota exhausted → Groq answered every read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Blurry photos and non-documents are refused, never guessed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Voice fallback proven live (Groq Orpheus, HTTP 200)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18 automated tests pass (masking, risk rules, parser, retries)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B731"/>
                </a:solidFill>
              </a:rP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No storage — photos processed in memory, never saved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Masking of ID / bank / card numbers, by the model and by code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Never invents — unclear photo → “retake the photo”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Human check — “verify with someone you trust”, low-confidence warning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</a:rPr>
              <a:t>• Text-only sharing — family gets the explanation, never the photo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B731"/>
                </a:solidFill>
              </a:rPr>
              <a:t>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Built for elderly people, low-literacy users and the families who help them</a:t>
            </a: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Next: WhatsApp bot (photo in → Darija voice note out) · Android app · native Darija voice</a:t>
            </a: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Partners: utilities (ONEE, Lydec), banks, CNSS, NGOs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3000">
                <a:solidFill>
                  <a:srgbClr val="FFFFFF"/>
                </a:solidFill>
              </a:rPr>
              <a:t>Try it: qra-lia.vercel.app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